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"/>
  </p:notesMasterIdLst>
  <p:sldIdLst>
    <p:sldId id="323" r:id="rId2"/>
    <p:sldId id="322" r:id="rId3"/>
  </p:sldIdLst>
  <p:sldSz cx="9144000" cy="5143500" type="screen16x9"/>
  <p:notesSz cx="6858000" cy="9144000"/>
  <p:embeddedFontLst>
    <p:embeddedFont>
      <p:font typeface="Inter" panose="020B0604020202020204" charset="0"/>
      <p:regular r:id="rId5"/>
      <p:bold r:id="rId6"/>
      <p:italic r:id="rId7"/>
      <p:boldItalic r:id="rId8"/>
    </p:embeddedFont>
    <p:embeddedFont>
      <p:font typeface="Inter SemiBold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jib Fauzan" userId="54b7f98b-b9eb-4239-b16a-ca4516cd1d27" providerId="ADAL" clId="{8760DB19-FAC0-45EB-BF1D-02BF9CFF1B96}"/>
    <pc:docChg chg="undo custSel addSld delSld modSld">
      <pc:chgData name="Najib Fauzan" userId="54b7f98b-b9eb-4239-b16a-ca4516cd1d27" providerId="ADAL" clId="{8760DB19-FAC0-45EB-BF1D-02BF9CFF1B96}" dt="2026-04-09T04:28:44.043" v="191" actId="478"/>
      <pc:docMkLst>
        <pc:docMk/>
      </pc:docMkLst>
      <pc:sldChg chg="add del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12"/>
        </pc:sldMkLst>
      </pc:sldChg>
      <pc:sldChg chg="add del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15"/>
        </pc:sldMkLst>
      </pc:sldChg>
      <pc:sldChg chg="add del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16"/>
        </pc:sldMkLst>
      </pc:sldChg>
      <pc:sldChg chg="addSp modSp add del mod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21"/>
        </pc:sldMkLst>
      </pc:sldChg>
      <pc:sldChg chg="addSp delSp modSp mod">
        <pc:chgData name="Najib Fauzan" userId="54b7f98b-b9eb-4239-b16a-ca4516cd1d27" providerId="ADAL" clId="{8760DB19-FAC0-45EB-BF1D-02BF9CFF1B96}" dt="2026-04-09T04:28:44.043" v="191" actId="478"/>
        <pc:sldMkLst>
          <pc:docMk/>
          <pc:sldMk cId="0" sldId="322"/>
        </pc:sldMkLst>
        <pc:spChg chg="del mod">
          <ac:chgData name="Najib Fauzan" userId="54b7f98b-b9eb-4239-b16a-ca4516cd1d27" providerId="ADAL" clId="{8760DB19-FAC0-45EB-BF1D-02BF9CFF1B96}" dt="2026-04-09T04:28:41.606" v="189" actId="478"/>
          <ac:spMkLst>
            <pc:docMk/>
            <pc:sldMk cId="0" sldId="322"/>
            <ac:spMk id="10" creationId="{00000000-0000-0000-0000-000000000000}"/>
          </ac:spMkLst>
        </pc:spChg>
        <pc:spChg chg="add del">
          <ac:chgData name="Najib Fauzan" userId="54b7f98b-b9eb-4239-b16a-ca4516cd1d27" providerId="ADAL" clId="{8760DB19-FAC0-45EB-BF1D-02BF9CFF1B96}" dt="2026-04-09T04:28:44.043" v="191" actId="478"/>
          <ac:spMkLst>
            <pc:docMk/>
            <pc:sldMk cId="0" sldId="322"/>
            <ac:spMk id="11" creationId="{00000000-0000-0000-0000-000000000000}"/>
          </ac:spMkLst>
        </pc:spChg>
        <pc:spChg chg="add del">
          <ac:chgData name="Najib Fauzan" userId="54b7f98b-b9eb-4239-b16a-ca4516cd1d27" providerId="ADAL" clId="{8760DB19-FAC0-45EB-BF1D-02BF9CFF1B96}" dt="2026-04-09T04:28:42.996" v="190" actId="478"/>
          <ac:spMkLst>
            <pc:docMk/>
            <pc:sldMk cId="0" sldId="322"/>
            <ac:spMk id="12" creationId="{00000000-0000-0000-0000-000000000000}"/>
          </ac:spMkLst>
        </pc:spChg>
        <pc:picChg chg="add del">
          <ac:chgData name="Najib Fauzan" userId="54b7f98b-b9eb-4239-b16a-ca4516cd1d27" providerId="ADAL" clId="{8760DB19-FAC0-45EB-BF1D-02BF9CFF1B96}" dt="2026-04-09T04:28:34.859" v="187" actId="478"/>
          <ac:picMkLst>
            <pc:docMk/>
            <pc:sldMk cId="0" sldId="322"/>
            <ac:picMk id="2" creationId="{93E8460A-058A-DA05-5FD9-5FE4F847177A}"/>
          </ac:picMkLst>
        </pc:picChg>
      </pc:sldChg>
      <pc:sldChg chg="add del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24"/>
        </pc:sldMkLst>
      </pc:sldChg>
      <pc:sldChg chg="modSp add del mod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25"/>
        </pc:sldMkLst>
      </pc:sldChg>
      <pc:sldChg chg="modSp add del mod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26"/>
        </pc:sldMkLst>
      </pc:sldChg>
      <pc:sldChg chg="addSp delSp modSp add del mod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27"/>
        </pc:sldMkLst>
      </pc:sldChg>
      <pc:sldChg chg="modSp add del mod">
        <pc:chgData name="Najib Fauzan" userId="54b7f98b-b9eb-4239-b16a-ca4516cd1d27" providerId="ADAL" clId="{8760DB19-FAC0-45EB-BF1D-02BF9CFF1B96}" dt="2026-04-09T04:28:33.109" v="186" actId="47"/>
        <pc:sldMkLst>
          <pc:docMk/>
          <pc:sldMk cId="0" sldId="328"/>
        </pc:sldMkLst>
      </pc:sldChg>
      <pc:sldChg chg="addSp modSp new add del mod">
        <pc:chgData name="Najib Fauzan" userId="54b7f98b-b9eb-4239-b16a-ca4516cd1d27" providerId="ADAL" clId="{8760DB19-FAC0-45EB-BF1D-02BF9CFF1B96}" dt="2026-04-09T04:28:33.109" v="186" actId="47"/>
        <pc:sldMkLst>
          <pc:docMk/>
          <pc:sldMk cId="1731196268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Cov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6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16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 1">
  <p:cSld name="Blank 2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772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7214100" y="4939750"/>
            <a:ext cx="192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id" sz="7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PRIVATE AND CONFIDENTIAL</a:t>
            </a:r>
            <a:endParaRPr sz="7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12017" y="4939748"/>
            <a:ext cx="1267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id" sz="700" b="0" i="0" u="none" strike="noStrike" cap="none">
                <a:solidFill>
                  <a:srgbClr val="02775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PT Garuda Yamato Steel</a:t>
            </a:r>
            <a:endParaRPr sz="700" b="0" i="0" u="none" strike="noStrike" cap="none">
              <a:solidFill>
                <a:srgbClr val="02775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868875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Presentation - Garuda Yamato Stee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Inter</vt:lpstr>
      <vt:lpstr>Arial</vt:lpstr>
      <vt:lpstr>Inter SemiBold</vt:lpstr>
      <vt:lpstr>Presentation - Garuda Yamato Steel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Bagus Hardiyanto</dc:creator>
  <cp:lastModifiedBy>Najib Fauzan</cp:lastModifiedBy>
  <cp:revision>2</cp:revision>
  <dcterms:modified xsi:type="dcterms:W3CDTF">2026-04-22T03:39:41Z</dcterms:modified>
</cp:coreProperties>
</file>